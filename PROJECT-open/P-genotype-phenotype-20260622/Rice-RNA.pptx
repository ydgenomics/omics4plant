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许春艳(Chunyan Xu)" initials="许春艳(Chunyan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22400" y="1686243"/>
            <a:ext cx="9144000" cy="2387600"/>
          </a:xfrm>
        </p:spPr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大模型结合突变体库的数据去做一个模型预测，评估一下模型的效果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现有的模型（</a:t>
            </a:r>
            <a:r>
              <a:rPr lang="en-US" altLang="zh-CN">
                <a:sym typeface="+mn-ea"/>
              </a:rPr>
              <a:t>AgroNT, Carbon, Rice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r>
              <a:rPr lang="zh-CN" altLang="en-US">
                <a:sym typeface="+mn-ea"/>
              </a:rPr>
              <a:t>突变体库（</a:t>
            </a:r>
            <a:r>
              <a:rPr lang="en-US" altLang="zh-CN">
                <a:sym typeface="+mn-ea"/>
              </a:rPr>
              <a:t>riceNavi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r>
              <a:rPr lang="zh-CN" altLang="en-US">
                <a:sym typeface="+mn-ea"/>
              </a:rPr>
              <a:t>输入输出（</a:t>
            </a:r>
            <a:r>
              <a:rPr lang="en-US" altLang="zh-CN">
                <a:sym typeface="+mn-ea"/>
              </a:rPr>
              <a:t>fa</a:t>
            </a:r>
            <a:r>
              <a:rPr lang="zh-CN" altLang="en-US">
                <a:sym typeface="+mn-ea"/>
              </a:rPr>
              <a:t>文件输出</a:t>
            </a:r>
            <a:r>
              <a:rPr lang="en-US" altLang="zh-CN">
                <a:sym typeface="+mn-ea"/>
              </a:rPr>
              <a:t>RNA</a:t>
            </a:r>
            <a:r>
              <a:rPr lang="zh-CN" altLang="en-US">
                <a:sym typeface="+mn-ea"/>
              </a:rPr>
              <a:t>表达量）</a:t>
            </a:r>
            <a:endParaRPr lang="zh-CN" altLang="en-US"/>
          </a:p>
          <a:p>
            <a:r>
              <a:rPr lang="zh-CN" altLang="en-US">
                <a:sym typeface="+mn-ea"/>
              </a:rPr>
              <a:t>表达量变化的方向（上调和下调）和大小（倍数）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955" y="3588385"/>
            <a:ext cx="9023985" cy="19805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240" y="2286000"/>
            <a:ext cx="2715895" cy="29692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270" y="713740"/>
            <a:ext cx="4749165" cy="137604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" y="713740"/>
            <a:ext cx="3046095" cy="25298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4070" y="802005"/>
            <a:ext cx="3500755" cy="25292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387985" y="176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example: TAC1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22250" y="5568950"/>
            <a:ext cx="100850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https://onlinelibrary.wiley.com/doi/epdf/10.1111/j.1365-313X.2007.03284.x</a:t>
            </a:r>
            <a:endParaRPr lang="en-US" altLang="zh-CN"/>
          </a:p>
          <a:p>
            <a:r>
              <a:rPr lang="en-US" altLang="zh-CN"/>
              <a:t>https://rice.uga.edu/jb2/?session=local-I3LJk0ZdQ1b9QYmvzmGv3</a:t>
            </a:r>
            <a:endParaRPr lang="en-US" altLang="zh-CN"/>
          </a:p>
          <a:p>
            <a:r>
              <a:rPr lang="en-US" altLang="zh-CN">
                <a:solidFill>
                  <a:srgbClr val="222222"/>
                </a:solidFill>
                <a:latin typeface="Arial" panose="020B0604020202020204"/>
                <a:ea typeface="Arial" panose="020B0604020202020204"/>
                <a:sym typeface="+mn-ea"/>
              </a:rPr>
              <a:t>Yu, Baisheng, et al. "TAC1, a major quantitative trait locus controlling tiller angle in rice." </a:t>
            </a:r>
            <a:r>
              <a:rPr lang="en-US" altLang="zh-CN" i="1">
                <a:solidFill>
                  <a:srgbClr val="222222"/>
                </a:solidFill>
                <a:latin typeface="Arial" panose="020B0604020202020204"/>
                <a:ea typeface="Arial" panose="020B0604020202020204"/>
                <a:sym typeface="+mn-ea"/>
              </a:rPr>
              <a:t>The Plant Journal</a:t>
            </a:r>
            <a:r>
              <a:rPr lang="en-US" altLang="zh-CN">
                <a:solidFill>
                  <a:srgbClr val="222222"/>
                </a:solidFill>
                <a:latin typeface="Arial" panose="020B0604020202020204"/>
                <a:ea typeface="Arial" panose="020B0604020202020204"/>
                <a:sym typeface="+mn-ea"/>
              </a:rPr>
              <a:t> 52.5 (2007): 891-898.</a:t>
            </a:r>
            <a:endParaRPr lang="en-US" altLang="zh-CN" b="0" i="0">
              <a:solidFill>
                <a:srgbClr val="222222"/>
              </a:solidFill>
              <a:latin typeface="Arial" panose="020B0604020202020204"/>
              <a:ea typeface="Arial" panose="020B0604020202020204"/>
            </a:endParaRPr>
          </a:p>
          <a:p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</a:t>
            </a:r>
            <a:r>
              <a:rPr lang="zh-CN" altLang="en-US"/>
              <a:t>库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1691005"/>
            <a:ext cx="6503670" cy="47104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25360" y="24003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基因型</a:t>
            </a:r>
            <a:r>
              <a:rPr lang="en-US" altLang="zh-CN"/>
              <a:t>(DNA) -&gt; (RNA</a:t>
            </a:r>
            <a:r>
              <a:rPr lang="zh-CN" altLang="en-US"/>
              <a:t>表达</a:t>
            </a:r>
            <a:r>
              <a:rPr lang="en-US" altLang="zh-CN"/>
              <a:t>) -&gt; </a:t>
            </a:r>
            <a:r>
              <a:rPr lang="zh-CN" altLang="en-US"/>
              <a:t>表型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2750" y="979170"/>
            <a:ext cx="8413115" cy="268986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658350" y="1779270"/>
            <a:ext cx="1375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fasta</a:t>
            </a:r>
            <a:r>
              <a:rPr lang="zh-CN" altLang="en-US"/>
              <a:t>序列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707880" y="4700905"/>
            <a:ext cx="99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bw</a:t>
            </a:r>
            <a:r>
              <a:rPr lang="zh-CN" altLang="en-US"/>
              <a:t>文件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3967480"/>
            <a:ext cx="7891780" cy="22371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2750" y="63487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单碱基</a:t>
            </a:r>
            <a:r>
              <a:rPr lang="zh-CN" altLang="en-US"/>
              <a:t>分辨率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04520" y="378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sequence2expression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</a:t>
            </a:r>
            <a:r>
              <a:rPr lang="en-US" altLang="zh-CN"/>
              <a:t>ef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https://www.biorxiv.org/content/10.64898/2026.04.21.719822v1</a:t>
            </a:r>
            <a:endParaRPr lang="en-US" altLang="zh-CN"/>
          </a:p>
          <a:p>
            <a:r>
              <a:rPr lang="en-US" altLang="zh-CN"/>
              <a:t>Carbon https://github.com/huggingface/carbon</a:t>
            </a:r>
            <a:endParaRPr lang="en-US" altLang="zh-CN"/>
          </a:p>
          <a:p>
            <a:r>
              <a:rPr lang="en-US" altLang="zh-CN"/>
              <a:t>AgroNT https://www.nature.com/articles/s42003-024-06465-2 https://github.com/instadeepai/nucleotide-transformer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to-do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</Words>
  <Application>WPS 演示</Application>
  <PresentationFormat>宽屏</PresentationFormat>
  <Paragraphs>41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WPS</vt:lpstr>
      <vt:lpstr>大模型结合突变体库的数据去做一个模型预测，评估一下模型的效果</vt:lpstr>
      <vt:lpstr>设计</vt:lpstr>
      <vt:lpstr>PowerPoint 演示文稿</vt:lpstr>
      <vt:lpstr>数据库</vt:lpstr>
      <vt:lpstr>PowerPoint 演示文稿</vt:lpstr>
      <vt:lpstr>Ref</vt:lpstr>
      <vt:lpstr>to-do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人</dc:creator>
  <cp:lastModifiedBy>杨东</cp:lastModifiedBy>
  <cp:revision>6</cp:revision>
  <dcterms:created xsi:type="dcterms:W3CDTF">2023-08-09T12:44:00Z</dcterms:created>
  <dcterms:modified xsi:type="dcterms:W3CDTF">2026-06-22T12:21:19Z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