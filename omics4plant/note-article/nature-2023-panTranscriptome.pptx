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37628"/>
            <a:ext cx="9144000" cy="2387600"/>
          </a:xfrm>
        </p:spPr>
        <p:txBody>
          <a:bodyPr>
            <a:normAutofit fontScale="90000"/>
          </a:bodyPr>
          <a:p>
            <a:r>
              <a:rPr lang="en-US" altLang="zh-CN"/>
              <a:t>Paper: </a:t>
            </a:r>
            <a:r>
              <a:rPr lang="en-US" altLang="zh-CN" b="1"/>
              <a:t>A pan-grass transcriptome reveals patterns of cellular divergence in crops</a:t>
            </a:r>
            <a:endParaRPr lang="en-US" altLang="zh-CN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98253"/>
            <a:ext cx="9144000" cy="1655762"/>
          </a:xfrm>
        </p:spPr>
        <p:txBody>
          <a:bodyPr/>
          <a:p>
            <a:r>
              <a:rPr lang="en-US" altLang="zh-CN"/>
              <a:t>yangdong@genomics.cn</a:t>
            </a:r>
            <a:endParaRPr lang="en-US" altLang="zh-CN"/>
          </a:p>
          <a:p>
            <a:r>
              <a:rPr lang="en-US" altLang="zh-CN"/>
              <a:t>2144752653@qq.com</a:t>
            </a:r>
            <a:endParaRPr lang="en-US" altLang="zh-CN"/>
          </a:p>
          <a:p>
            <a:r>
              <a:rPr lang="en-US" altLang="zh-CN"/>
              <a:t>2026/05/20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Paper: A spatially resolved multi-omic single-cell atlas of soybean development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3</cp:revision>
  <dcterms:created xsi:type="dcterms:W3CDTF">2023-08-09T12:44:00Z</dcterms:created>
  <dcterms:modified xsi:type="dcterms:W3CDTF">2026-05-20T03:16:20Z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