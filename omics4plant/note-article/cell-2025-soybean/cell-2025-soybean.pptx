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337628"/>
            <a:ext cx="9144000" cy="2387600"/>
          </a:xfrm>
        </p:spPr>
        <p:txBody>
          <a:bodyPr>
            <a:normAutofit fontScale="90000"/>
          </a:bodyPr>
          <a:p>
            <a:r>
              <a:rPr lang="en-US" altLang="zh-CN"/>
              <a:t>Paper: </a:t>
            </a:r>
            <a:r>
              <a:rPr lang="en-US" altLang="zh-CN" b="1"/>
              <a:t>A spatially resolved multi-omic single-cell atlas of soybean development</a:t>
            </a:r>
            <a:endParaRPr lang="en-US" altLang="zh-CN" b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798253"/>
            <a:ext cx="9144000" cy="1655762"/>
          </a:xfrm>
        </p:spPr>
        <p:txBody>
          <a:bodyPr/>
          <a:p>
            <a:r>
              <a:rPr lang="en-US" altLang="zh-CN"/>
              <a:t>yangdong@genomics.cn</a:t>
            </a:r>
            <a:endParaRPr lang="en-US" altLang="zh-CN"/>
          </a:p>
          <a:p>
            <a:r>
              <a:rPr lang="en-US" altLang="zh-CN"/>
              <a:t>2144752653@qq.com</a:t>
            </a:r>
            <a:endParaRPr lang="en-US" altLang="zh-CN"/>
          </a:p>
          <a:p>
            <a:r>
              <a:rPr lang="en-US" altLang="zh-CN"/>
              <a:t>2026/05/20</a:t>
            </a:r>
            <a:endParaRPr lang="en-US" alt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Brief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/>
              <a:t>Institution, authors, and journal.</a:t>
            </a:r>
            <a:endParaRPr lang="en-US" altLang="zh-C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S</a:t>
            </a:r>
            <a:r>
              <a:rPr lang="en-US" altLang="zh-CN"/>
              <a:t>ample</a:t>
            </a:r>
            <a:endParaRPr lang="en-US" altLang="zh-CN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013460" y="1750060"/>
            <a:ext cx="10340340" cy="38868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single-cell RNA &amp; ATAC</a:t>
            </a:r>
            <a:endParaRPr lang="en-US" altLang="zh-CN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128260" y="1356995"/>
            <a:ext cx="6704965" cy="536829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S</a:t>
            </a:r>
            <a:r>
              <a:rPr lang="en-US" altLang="zh-CN"/>
              <a:t>patial transcriptome</a:t>
            </a:r>
            <a:endParaRPr lang="en-US" altLang="zh-CN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200" y="1892300"/>
            <a:ext cx="10515600" cy="26130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multi-omics &amp; annotation</a:t>
            </a:r>
            <a:endParaRPr lang="en-US" altLang="zh-CN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59385" y="1759585"/>
            <a:ext cx="4515485" cy="294703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691005"/>
            <a:ext cx="3867150" cy="33718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5885" y="2862580"/>
            <a:ext cx="3171190" cy="379412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4870" y="3446780"/>
            <a:ext cx="4269105" cy="305816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9453880" y="601916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sptial facilitate cell annotation</a:t>
            </a:r>
            <a:endParaRPr lang="en-US" altLang="zh-C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ACRs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cell-type-specific ACRs, motifs and TFs.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zh-CN"/>
              <a:t>changes of endosperm across seed development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zh-CN"/>
              <a:t>development of e</a:t>
            </a:r>
            <a:r>
              <a:rPr lang="en-US" altLang="zh-CN"/>
              <a:t>mbrogenesis by trajectorying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403</Words>
  <Application>WPS 演示</Application>
  <PresentationFormat>宽屏</PresentationFormat>
  <Paragraphs>28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7" baseType="lpstr">
      <vt:lpstr>Arial</vt:lpstr>
      <vt:lpstr>宋体</vt:lpstr>
      <vt:lpstr>Wingdings</vt:lpstr>
      <vt:lpstr>Arial Unicode MS</vt:lpstr>
      <vt:lpstr>Calibri</vt:lpstr>
      <vt:lpstr>微软雅黑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人</dc:creator>
  <cp:lastModifiedBy>杨东</cp:lastModifiedBy>
  <cp:revision>4</cp:revision>
  <dcterms:created xsi:type="dcterms:W3CDTF">2023-08-09T12:44:00Z</dcterms:created>
  <dcterms:modified xsi:type="dcterms:W3CDTF">2026-05-20T03:15:09Z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2052-12.1.0.19770</vt:lpwstr>
  </property>
</Properties>
</file>