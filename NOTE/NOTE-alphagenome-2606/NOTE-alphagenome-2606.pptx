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0" r:id="rId6"/>
    <p:sldId id="271" r:id="rId7"/>
    <p:sldId id="272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SOTA </a:t>
            </a:r>
            <a:r>
              <a:rPr lang="zh-CN" altLang="en-US"/>
              <a:t>是</a:t>
            </a:r>
            <a:r>
              <a:rPr lang="en-US" altLang="zh-CN"/>
              <a:t> State-Of-The-Art </a:t>
            </a:r>
            <a:r>
              <a:rPr lang="zh-CN" altLang="en-US"/>
              <a:t>的缩写，直译为</a:t>
            </a:r>
            <a:r>
              <a:rPr lang="en-US" altLang="zh-CN"/>
              <a:t>“</a:t>
            </a:r>
            <a:r>
              <a:rPr lang="zh-CN" altLang="en-US"/>
              <a:t>最先进的</a:t>
            </a:r>
            <a:r>
              <a:rPr lang="en-US" altLang="zh-CN"/>
              <a:t>”</a:t>
            </a:r>
            <a:r>
              <a:rPr lang="zh-CN" altLang="en-US"/>
              <a:t>。在</a:t>
            </a:r>
            <a:r>
              <a:rPr lang="en-US" altLang="zh-CN"/>
              <a:t>AI</a:t>
            </a:r>
            <a:r>
              <a:rPr lang="zh-CN" altLang="en-US"/>
              <a:t>和计算机领域，它特指在当前时间点，针对某个特定任务（如蛋白质结构预测），在学界和业界公开公认的基准数据集（</a:t>
            </a:r>
            <a:r>
              <a:rPr lang="en-US" altLang="zh-CN"/>
              <a:t>Benchmark</a:t>
            </a:r>
            <a:r>
              <a:rPr lang="zh-CN" altLang="en-US"/>
              <a:t>）上，取得最高性能分数（如准确率、</a:t>
            </a:r>
            <a:r>
              <a:rPr lang="en-US" altLang="zh-CN"/>
              <a:t>F1</a:t>
            </a:r>
            <a:r>
              <a:rPr lang="zh-CN" altLang="en-US"/>
              <a:t>分数等）的模型或方法。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multimodal variant effect prediction: </a:t>
            </a:r>
            <a:r>
              <a:rPr lang="zh-CN" altLang="en-US"/>
              <a:t>多</a:t>
            </a:r>
            <a:r>
              <a:rPr lang="en-US" altLang="zh-CN"/>
              <a:t>track</a:t>
            </a:r>
            <a:r>
              <a:rPr lang="zh-CN" altLang="en-US"/>
              <a:t>任务</a:t>
            </a:r>
            <a:r>
              <a:rPr lang="zh-CN" altLang="en-US"/>
              <a:t>预测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数据类型，数据</a:t>
            </a:r>
            <a:r>
              <a:rPr lang="zh-CN" altLang="en-US"/>
              <a:t>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DNA</a:t>
            </a:r>
            <a:endParaRPr lang="en-US" altLang="zh-CN"/>
          </a:p>
          <a:p>
            <a:r>
              <a:rPr lang="en-US" altLang="zh-CN"/>
              <a:t>bulk RNA</a:t>
            </a:r>
            <a:endParaRPr lang="en-US" altLang="zh-CN"/>
          </a:p>
          <a:p>
            <a:r>
              <a:rPr lang="en-US" altLang="zh-CN"/>
              <a:t>bulk ATAC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模型架构，训练</a:t>
            </a:r>
            <a:r>
              <a:rPr lang="zh-CN" altLang="en-US"/>
              <a:t>策略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zh-CN" altLang="en-US"/>
              <a:t>分数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</a:t>
            </a:r>
            <a:r>
              <a:rPr lang="en-US" altLang="zh-CN"/>
              <a:t>nifying DNA sequence-to-function model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Peformance 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Improved track prediction performance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Improved splicing variant predictions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Performance across gene expression tasks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Improved prediction of eQTL effects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Competitive enhancer-gene linking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Improved prediction of 3’ polyadenylation QTL effects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Improved prediction of chromatin accessibility, DNase sensitivity and binding QTLs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Multimodal view of variant effects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Model and data ablations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3</cp:revision>
  <dcterms:created xsi:type="dcterms:W3CDTF">2023-08-09T12:44:00Z</dcterms:created>
  <dcterms:modified xsi:type="dcterms:W3CDTF">2026-05-26T13:15:27Z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