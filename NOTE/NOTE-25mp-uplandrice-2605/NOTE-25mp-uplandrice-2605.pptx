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8435" y="1122680"/>
            <a:ext cx="11713210" cy="2387600"/>
          </a:xfrm>
        </p:spPr>
        <p:txBody>
          <a:bodyPr>
            <a:normAutofit fontScale="90000"/>
          </a:bodyPr>
          <a:p>
            <a:r>
              <a:rPr lang="en-US" altLang="zh-CN"/>
              <a:t>A</a:t>
            </a:r>
            <a:r>
              <a:rPr lang="en-US" altLang="zh-CN"/>
              <a:t>rticle: Comparative spatial transcriptomics reveals root dryland adaptation mechanism in rice and HMGB1 as a key regulator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2026/5/24</a:t>
            </a:r>
            <a:endParaRPr lang="en-US" altLang="zh-CN"/>
          </a:p>
          <a:p>
            <a:r>
              <a:rPr lang="en-US" altLang="zh-CN"/>
              <a:t>yangdong@genomics.cn</a:t>
            </a:r>
            <a:endParaRPr lang="en-US" altLang="zh-CN"/>
          </a:p>
          <a:p>
            <a:r>
              <a:rPr lang="en-US" altLang="zh-CN"/>
              <a:t>2144752653@qq.com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Brief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关键科学问题：陆稻对少水环境生长的性状与分子机制。陆稻和灌溉的水稻在根的性状就有比较大的</a:t>
            </a:r>
            <a:r>
              <a:rPr lang="zh-CN" altLang="en-US"/>
              <a:t>差别。</a:t>
            </a:r>
            <a:endParaRPr lang="zh-CN" altLang="en-US"/>
          </a:p>
          <a:p>
            <a:r>
              <a:rPr lang="zh-CN" altLang="en-US"/>
              <a:t>关键科学发现：陆稻抗旱和适应性的关键调控基因</a:t>
            </a:r>
            <a:r>
              <a:rPr lang="en-US" altLang="zh-CN"/>
              <a:t>HMGB1</a:t>
            </a:r>
            <a:r>
              <a:rPr lang="zh-CN" altLang="en-US"/>
              <a:t>发现，提供了陆稻空间表达的</a:t>
            </a:r>
            <a:r>
              <a:rPr lang="zh-CN" altLang="en-US"/>
              <a:t>图谱。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general to specific, then how we done</a:t>
            </a:r>
            <a:endParaRPr lang="en-US" altLang="zh-CN"/>
          </a:p>
          <a:p>
            <a:r>
              <a:rPr lang="en-US" altLang="zh-CN"/>
              <a:t>general background</a:t>
            </a:r>
            <a:endParaRPr lang="en-US" altLang="zh-CN"/>
          </a:p>
          <a:p>
            <a:r>
              <a:rPr lang="en-US" altLang="zh-CN"/>
              <a:t>resistant of  dryout mechanism, article reviw</a:t>
            </a:r>
            <a:endParaRPr lang="en-US" altLang="zh-CN"/>
          </a:p>
          <a:p>
            <a:r>
              <a:rPr lang="en-US" altLang="zh-CN"/>
              <a:t>root is a key organ to resistant dry</a:t>
            </a:r>
            <a:endParaRPr lang="en-US" altLang="zh-CN"/>
          </a:p>
          <a:p>
            <a:r>
              <a:rPr lang="en-US" altLang="zh-CN"/>
              <a:t>how we done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T</a:t>
            </a:r>
            <a:r>
              <a:rPr lang="en-US" altLang="zh-CN"/>
              <a:t>hree divergent histological traits between upland and irrigated rice root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4660" y="1691005"/>
            <a:ext cx="7934960" cy="4737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WPS 演示</Application>
  <PresentationFormat>宽屏</PresentationFormat>
  <Paragraphs>21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人</dc:creator>
  <cp:lastModifiedBy>杨东</cp:lastModifiedBy>
  <cp:revision>3</cp:revision>
  <dcterms:created xsi:type="dcterms:W3CDTF">2023-08-09T12:44:00Z</dcterms:created>
  <dcterms:modified xsi:type="dcterms:W3CDTF">2026-05-24T15:12:12Z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