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AI for life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How to get a model?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Data</a:t>
            </a:r>
            <a:endParaRPr lang="en-US" altLang="zh-CN"/>
          </a:p>
          <a:p>
            <a:r>
              <a:rPr lang="en-US" altLang="zh-CN"/>
              <a:t>Model</a:t>
            </a:r>
            <a:endParaRPr lang="en-US" altLang="zh-CN"/>
          </a:p>
          <a:p>
            <a:r>
              <a:rPr lang="en-US" altLang="zh-CN"/>
              <a:t>Compute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base model &amp; fine tunned model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2145" y="1456055"/>
            <a:ext cx="6059805" cy="4783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1950" y="6489700"/>
            <a:ext cx="6031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i="1"/>
              <a:t>2026 Nature Genome modelling and design across all domains of life with Evo2</a:t>
            </a:r>
            <a:endParaRPr lang="en-US" altLang="zh-CN" sz="14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Data: life diversity in molecular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2570" y="1364615"/>
            <a:ext cx="9582150" cy="22009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213975" y="2136140"/>
            <a:ext cx="1793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molecular length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1010"/>
          <a:stretch>
            <a:fillRect/>
          </a:stretch>
        </p:blipFill>
        <p:spPr>
          <a:xfrm>
            <a:off x="3373755" y="3556000"/>
            <a:ext cx="6423660" cy="30302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" y="3556000"/>
            <a:ext cx="2880360" cy="30308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300970" y="4822825"/>
            <a:ext cx="1891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organism/species</a:t>
            </a:r>
            <a:endParaRPr lang="en-US" altLang="zh-CN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Model: StripedHeyena 2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010" y="1504950"/>
            <a:ext cx="10172700" cy="2295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Compute: tokenization &amp; resources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880"/>
          </a:xfrm>
        </p:spPr>
        <p:txBody>
          <a:bodyPr>
            <a:normAutofit fontScale="90000"/>
          </a:bodyPr>
          <a:p>
            <a:r>
              <a:rPr lang="en-US" altLang="zh-CN"/>
              <a:t>Task/application1: exon classifier / feature annotation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1170" y="1492250"/>
            <a:ext cx="6044565" cy="4351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95" y="2421890"/>
            <a:ext cx="5270500" cy="26485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880"/>
          </a:xfrm>
        </p:spPr>
        <p:txBody>
          <a:bodyPr>
            <a:normAutofit fontScale="90000"/>
          </a:bodyPr>
          <a:p>
            <a:r>
              <a:rPr lang="en-US" altLang="zh-CN"/>
              <a:t>Task/application2: unconstrained genome generation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1665" y="1795780"/>
            <a:ext cx="6877050" cy="3267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0410" y="365125"/>
            <a:ext cx="11365865" cy="1325880"/>
          </a:xfrm>
        </p:spPr>
        <p:txBody>
          <a:bodyPr>
            <a:normAutofit fontScale="90000"/>
          </a:bodyPr>
          <a:p>
            <a:r>
              <a:rPr lang="en-US" altLang="zh-CN"/>
              <a:t>Task/application3: cotrollable chromatin accessibility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2295" y="1691005"/>
            <a:ext cx="6390005" cy="43516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030" y="655129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i="1">
                <a:sym typeface="+mn-ea"/>
              </a:rPr>
              <a:t>2026 Nature Genome modelling and design across all domains of life with Evo2</a:t>
            </a:r>
            <a:endParaRPr lang="en-US" altLang="zh-CN" sz="1400" i="1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WPS 演示</Application>
  <PresentationFormat>宽屏</PresentationFormat>
  <Paragraphs>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4</cp:revision>
  <dcterms:created xsi:type="dcterms:W3CDTF">2023-08-09T12:44:00Z</dcterms:created>
  <dcterms:modified xsi:type="dcterms:W3CDTF">2026-05-30T09:06:25Z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