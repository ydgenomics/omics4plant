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29260" y="1122680"/>
            <a:ext cx="11030585" cy="2387600"/>
          </a:xfrm>
        </p:spPr>
        <p:txBody>
          <a:bodyPr/>
          <a:p>
            <a:r>
              <a:rPr lang="en-US" altLang="zh-CN"/>
              <a:t>N</a:t>
            </a:r>
            <a:r>
              <a:rPr lang="en-US" altLang="zh-CN"/>
              <a:t>ote: for spatial transcriptome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2026/05/21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Spatial technologies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332740" y="6016625"/>
            <a:ext cx="117906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Chen, R., Yao, Y., Qian, J., Peng, X., Shao, X., &amp; Fan, X. (2025). A comprehensive benchmarking for spatially resolved transcriptomics clustering methods across variable technologies, organs, and replicates. iMeta, 4(6), e70084. https://doi.org/10.1002/imt2.70084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25" y="1691005"/>
            <a:ext cx="11863705" cy="3957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Analysis Object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43585" y="6489700"/>
            <a:ext cx="6734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Stereopy: https://stereopy.readthedocs.io/en/latest/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07010" y="1346200"/>
            <a:ext cx="11607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Main two types of object: Square bin &amp; cell bin, different type could respones different biological problems and adapt to different technologies. (for stereo-seq, high resolution, two are ok)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07010" y="2118360"/>
            <a:ext cx="4389755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/>
              <a:t>Square bin</a:t>
            </a:r>
            <a:r>
              <a:rPr lang="en-US" altLang="zh-CN"/>
              <a:t>: </a:t>
            </a:r>
            <a:r>
              <a:rPr lang="en-US" altLang="zh-CN" sz="1400" i="1"/>
              <a:t>https://stereopy.readthedocs.io/en/latest/Tutorials/SquareBin_Clustering.html</a:t>
            </a:r>
            <a:endParaRPr lang="en-US" altLang="zh-CN" sz="1400" i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" y="2917190"/>
            <a:ext cx="3711575" cy="3429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532765" y="318833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bin_size</a:t>
            </a:r>
            <a:r>
              <a:rPr lang="en-US" altLang="zh-CN" sz="1200"/>
              <a:t>: n, n x n number of spots aggregated as one observation </a:t>
            </a:r>
            <a:endParaRPr lang="en-US" altLang="zh-CN" sz="1200"/>
          </a:p>
        </p:txBody>
      </p:sp>
      <p:sp>
        <p:nvSpPr>
          <p:cNvPr id="12" name="文本框 11"/>
          <p:cNvSpPr txBox="1"/>
          <p:nvPr/>
        </p:nvSpPr>
        <p:spPr>
          <a:xfrm>
            <a:off x="6849745" y="2118360"/>
            <a:ext cx="4389755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/>
              <a:t>Cell bin</a:t>
            </a:r>
            <a:r>
              <a:rPr lang="en-US" altLang="zh-CN"/>
              <a:t>: </a:t>
            </a:r>
            <a:r>
              <a:rPr lang="en-US" altLang="zh-CN" sz="1400" i="1"/>
              <a:t>https://stereopy.readthedocs.io/en/latest/Tutorials/CellBin_Clustering.html#Quick-Start-(Cell-Bin)</a:t>
            </a:r>
            <a:endParaRPr lang="en-US" altLang="zh-CN" sz="1400" i="1"/>
          </a:p>
        </p:txBody>
      </p:sp>
      <p:sp>
        <p:nvSpPr>
          <p:cNvPr id="13" name="文本框 12"/>
          <p:cNvSpPr txBox="1"/>
          <p:nvPr/>
        </p:nvSpPr>
        <p:spPr>
          <a:xfrm>
            <a:off x="7012305" y="311086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How to get cell resolution data?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(optional) remove background RNA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image process (registration)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cell segment (cellpose + manual)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cellCut (Stereopy)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How to get tissue.gef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Directly from SAW output, we could get raw.gef and tissue.gef. What is tissue.gef? In Stereopy (</a:t>
            </a:r>
            <a:r>
              <a:rPr lang="en-US" altLang="zh-CN" sz="1400" i="1"/>
              <a:t>https://stereopy.readthedocs.io/en/latest/Tutorials/Tissue_Segmentation.html</a:t>
            </a:r>
            <a:r>
              <a:rPr lang="en-US" altLang="zh-CN"/>
              <a:t>), there are two automatical ways could do it: one, only based on express matrix, real tissue have high expression and aggregate.; two, based on ss-image and expression image. If above ways are not good, we could based registrated image do manual mask.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1431</Words>
  <Application>WPS 演示</Application>
  <PresentationFormat>宽屏</PresentationFormat>
  <Paragraphs>30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人</dc:creator>
  <cp:lastModifiedBy>杨东</cp:lastModifiedBy>
  <cp:revision>5</cp:revision>
  <dcterms:created xsi:type="dcterms:W3CDTF">2023-08-09T12:44:00Z</dcterms:created>
  <dcterms:modified xsi:type="dcterms:W3CDTF">2026-05-21T08:20:33Z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